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BID / NO-BID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BFD7FF"/>
                </a:solidFill>
              </a:rPr>
              <a:t>[ Solicitation Number ] | [ Agency ] | [ Date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Opportunity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808080"/>
                </a:solidFill>
              </a:rPr>
              <a:t>[ Opportunity Summary — replace with proposal-specific content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Shipley Scoring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808080"/>
                </a:solidFill>
              </a:rPr>
              <a:t>[ Shipley Scoring Matrix — replace with proposal-specific content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Pwin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808080"/>
                </a:solidFill>
              </a:rPr>
              <a:t>[ Pwin Analysis — replace with proposal-specific content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Win Themes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808080"/>
                </a:solidFill>
              </a:rPr>
              <a:t>[ Win Themes &amp; Risks — replace with proposal-specific content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808080"/>
                </a:solidFill>
              </a:rPr>
              <a:t>[ DECISION — replace with proposal-specific content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